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embeddedFontLst>
    <p:embeddedFont>
      <p:font typeface="DejaVu Serif Bold" panose="020B0604020202020204" charset="0"/>
      <p:regular r:id="rId7"/>
    </p:embeddedFont>
    <p:embeddedFont>
      <p:font typeface="Noto Sans Bold" panose="020B0604020202020204" charset="0"/>
      <p:regular r:id="rId8"/>
    </p:embeddedFont>
    <p:embeddedFont>
      <p:font typeface="Noto Serif Display" panose="020B0604020202020204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84" d="100"/>
          <a:sy n="84" d="100"/>
        </p:scale>
        <p:origin x="629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31115" y="2937827"/>
            <a:ext cx="2929771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BIRD 101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01672" y="1371600"/>
            <a:ext cx="8188657" cy="5486400"/>
          </a:xfrm>
          <a:custGeom>
            <a:avLst/>
            <a:gdLst/>
            <a:ahLst/>
            <a:cxnLst/>
            <a:rect l="l" t="t" r="r" b="b"/>
            <a:pathLst>
              <a:path w="8188657" h="5486400">
                <a:moveTo>
                  <a:pt x="0" y="0"/>
                </a:moveTo>
                <a:lnTo>
                  <a:pt x="8188656" y="0"/>
                </a:lnTo>
                <a:lnTo>
                  <a:pt x="8188656" y="5486400"/>
                </a:lnTo>
                <a:lnTo>
                  <a:pt x="0" y="5486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035945" y="303435"/>
            <a:ext cx="3711297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Bird can fly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34110" y="-295830"/>
            <a:ext cx="13185453" cy="2752463"/>
          </a:xfrm>
          <a:custGeom>
            <a:avLst/>
            <a:gdLst/>
            <a:ahLst/>
            <a:cxnLst/>
            <a:rect l="l" t="t" r="r" b="b"/>
            <a:pathLst>
              <a:path w="13185453" h="2752463">
                <a:moveTo>
                  <a:pt x="0" y="0"/>
                </a:moveTo>
                <a:lnTo>
                  <a:pt x="13185453" y="0"/>
                </a:lnTo>
                <a:lnTo>
                  <a:pt x="13185453" y="2752463"/>
                </a:lnTo>
                <a:lnTo>
                  <a:pt x="0" y="27524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2611815" y="2218159"/>
            <a:ext cx="6656131" cy="4401367"/>
          </a:xfrm>
          <a:custGeom>
            <a:avLst/>
            <a:gdLst/>
            <a:ahLst/>
            <a:cxnLst/>
            <a:rect l="l" t="t" r="r" b="b"/>
            <a:pathLst>
              <a:path w="6656131" h="4401367">
                <a:moveTo>
                  <a:pt x="0" y="0"/>
                </a:moveTo>
                <a:lnTo>
                  <a:pt x="6656131" y="0"/>
                </a:lnTo>
                <a:lnTo>
                  <a:pt x="6656131" y="4401367"/>
                </a:lnTo>
                <a:lnTo>
                  <a:pt x="0" y="44013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2412504" y="1600200"/>
            <a:ext cx="7054751" cy="4966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dirty="0">
                <a:solidFill>
                  <a:srgbClr val="000000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Birds like to stand on wires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34110" y="-260985"/>
            <a:ext cx="12508293" cy="2188951"/>
          </a:xfrm>
          <a:custGeom>
            <a:avLst/>
            <a:gdLst/>
            <a:ahLst/>
            <a:cxnLst/>
            <a:rect l="l" t="t" r="r" b="b"/>
            <a:pathLst>
              <a:path w="12508293" h="2188951">
                <a:moveTo>
                  <a:pt x="0" y="0"/>
                </a:moveTo>
                <a:lnTo>
                  <a:pt x="12508294" y="0"/>
                </a:lnTo>
                <a:lnTo>
                  <a:pt x="12508294" y="2188951"/>
                </a:lnTo>
                <a:lnTo>
                  <a:pt x="0" y="21889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4086234" y="2658751"/>
            <a:ext cx="3438135" cy="4199249"/>
          </a:xfrm>
          <a:custGeom>
            <a:avLst/>
            <a:gdLst/>
            <a:ahLst/>
            <a:cxnLst/>
            <a:rect l="l" t="t" r="r" b="b"/>
            <a:pathLst>
              <a:path w="3438135" h="4199249">
                <a:moveTo>
                  <a:pt x="0" y="0"/>
                </a:moveTo>
                <a:lnTo>
                  <a:pt x="3438135" y="0"/>
                </a:lnTo>
                <a:lnTo>
                  <a:pt x="3438135" y="4199249"/>
                </a:lnTo>
                <a:lnTo>
                  <a:pt x="0" y="41992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3371366" y="1998084"/>
            <a:ext cx="5315434" cy="4966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dirty="0">
                <a:solidFill>
                  <a:srgbClr val="000000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Birds like to party too!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86069" y="2765424"/>
            <a:ext cx="8419862" cy="1193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Thanks for reading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886069" y="3911601"/>
            <a:ext cx="841986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dirty="0">
                <a:solidFill>
                  <a:srgbClr val="FFFFFF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v1t{</a:t>
            </a:r>
            <a:r>
              <a:rPr lang="en-US" sz="2000" dirty="0" err="1">
                <a:solidFill>
                  <a:srgbClr val="FFFFFF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fake_bird_flag</a:t>
            </a:r>
            <a:r>
              <a:rPr lang="en-US" sz="2000" dirty="0">
                <a:solidFill>
                  <a:srgbClr val="FFFFFF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</Words>
  <Application>Microsoft Office PowerPoint</Application>
  <PresentationFormat>Widescreen</PresentationFormat>
  <Paragraphs>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Noto Sans Bold</vt:lpstr>
      <vt:lpstr>Arial</vt:lpstr>
      <vt:lpstr>DejaVu Serif Bold</vt:lpstr>
      <vt:lpstr>Calibri</vt:lpstr>
      <vt:lpstr>Noto Serif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Thêm tiêu đề</dc:title>
  <cp:lastModifiedBy>Hoàng Xuân Lộc</cp:lastModifiedBy>
  <cp:revision>4</cp:revision>
  <dcterms:created xsi:type="dcterms:W3CDTF">2006-08-16T00:00:00Z</dcterms:created>
  <dcterms:modified xsi:type="dcterms:W3CDTF">2025-03-17T14:21:06Z</dcterms:modified>
  <dc:identifier>DAGhPeS3HBo</dc:identifier>
</cp:coreProperties>
</file>